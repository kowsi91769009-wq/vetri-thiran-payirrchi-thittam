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FitBuddy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AI Fitness Plan Generator using Gemini Models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FitBuddy is an AI-powered web application that generates personalized fitness plans.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It uses Google Gemini models to create workout plans and provide nutrition tips based on user fitness details and goals.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Creating a suitable workout plan can be difficult for beginners.</a:t>
            </a:r>
          </a:p>
          <a:p>
            <a:pPr>
              <a:spcAft>
                <a:spcPts val="800"/>
              </a:spcAft>
              <a:defRPr sz="2000"/>
            </a:pPr>
            <a:r>
              <a:t>• General workout plans may not match every user's needs.</a:t>
            </a:r>
          </a:p>
          <a:p>
            <a:pPr>
              <a:spcAft>
                <a:spcPts val="800"/>
              </a:spcAft>
              <a:defRPr sz="2000"/>
            </a:pPr>
            <a:r>
              <a:t>• Users need a simple way to receive personalized fitness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Generate personalized workout plans using AI.</a:t>
            </a:r>
          </a:p>
          <a:p>
            <a:pPr>
              <a:spcAft>
                <a:spcPts val="800"/>
              </a:spcAft>
              <a:defRPr sz="2000"/>
            </a:pPr>
            <a:r>
              <a:t>• Create a 7-day workout schedule.</a:t>
            </a:r>
          </a:p>
          <a:p>
            <a:pPr>
              <a:spcAft>
                <a:spcPts val="800"/>
              </a:spcAft>
              <a:defRPr sz="2000"/>
            </a:pPr>
            <a:r>
              <a:t>• Provide nutrition and recovery tips.</a:t>
            </a:r>
          </a:p>
          <a:p>
            <a:pPr>
              <a:spcAft>
                <a:spcPts val="800"/>
              </a:spcAft>
              <a:defRPr sz="2000"/>
            </a:pPr>
            <a:r>
              <a:t>• Collect user feedback.</a:t>
            </a:r>
          </a:p>
          <a:p>
            <a:pPr>
              <a:spcAft>
                <a:spcPts val="800"/>
              </a:spcAft>
              <a:defRPr sz="2000"/>
            </a:pPr>
            <a:r>
              <a:t>• Update workout plans based on feedback.</a:t>
            </a:r>
          </a:p>
          <a:p>
            <a:pPr>
              <a:spcAft>
                <a:spcPts val="800"/>
              </a:spcAft>
              <a:defRPr sz="2000"/>
            </a:pPr>
            <a:r>
              <a:t>• Store user and plan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FitBuddy collects user details such as name, age, weight, fitness goal and workout intensity.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Gemini AI processes these details and generates a personalized workout plan and nutrition tip.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User fitness details input</a:t>
            </a:r>
          </a:p>
          <a:p>
            <a:pPr>
              <a:spcAft>
                <a:spcPts val="800"/>
              </a:spcAft>
              <a:defRPr sz="2000"/>
            </a:pPr>
            <a:r>
              <a:t>• AI-generated 7-day workout plan</a:t>
            </a:r>
          </a:p>
          <a:p>
            <a:pPr>
              <a:spcAft>
                <a:spcPts val="800"/>
              </a:spcAft>
              <a:defRPr sz="2000"/>
            </a:pPr>
            <a:r>
              <a:t>• Nutrition tips</a:t>
            </a:r>
          </a:p>
          <a:p>
            <a:pPr>
              <a:spcAft>
                <a:spcPts val="800"/>
              </a:spcAft>
              <a:defRPr sz="2000"/>
            </a:pPr>
            <a:r>
              <a:t>• Feedback-based plan updates</a:t>
            </a:r>
          </a:p>
          <a:p>
            <a:pPr>
              <a:spcAft>
                <a:spcPts val="800"/>
              </a:spcAft>
              <a:defRPr sz="2000"/>
            </a:pPr>
            <a:r>
              <a:t>• User and plan data storage</a:t>
            </a:r>
          </a:p>
          <a:p>
            <a:pPr>
              <a:spcAft>
                <a:spcPts val="800"/>
              </a:spcAft>
              <a:defRPr sz="2000"/>
            </a:pPr>
            <a:r>
              <a:t>• View user information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Python</a:t>
            </a:r>
          </a:p>
          <a:p>
            <a:pPr>
              <a:spcAft>
                <a:spcPts val="800"/>
              </a:spcAft>
              <a:defRPr sz="2000"/>
            </a:pPr>
            <a:r>
              <a:t>• FastAPI</a:t>
            </a:r>
          </a:p>
          <a:p>
            <a:pPr>
              <a:spcAft>
                <a:spcPts val="800"/>
              </a:spcAft>
              <a:defRPr sz="2000"/>
            </a:pPr>
            <a:r>
              <a:t>• Google Gemini API</a:t>
            </a:r>
          </a:p>
          <a:p>
            <a:pPr>
              <a:spcAft>
                <a:spcPts val="800"/>
              </a:spcAft>
              <a:defRPr sz="2000"/>
            </a:pPr>
            <a:r>
              <a:t>• HTML / CSS</a:t>
            </a:r>
          </a:p>
          <a:p>
            <a:pPr>
              <a:spcAft>
                <a:spcPts val="800"/>
              </a:spcAft>
              <a:defRPr sz="2000"/>
            </a:pPr>
            <a:r>
              <a:t>• Jinja2</a:t>
            </a:r>
          </a:p>
          <a:p>
            <a:pPr>
              <a:spcAft>
                <a:spcPts val="800"/>
              </a:spcAft>
              <a:defRPr sz="2000"/>
            </a:pPr>
            <a:r>
              <a:t>• SQLite</a:t>
            </a:r>
          </a:p>
          <a:p>
            <a:pPr>
              <a:spcAft>
                <a:spcPts val="800"/>
              </a:spcAft>
              <a:defRPr sz="2000"/>
            </a:pPr>
            <a:r>
              <a:t>• SQLAlchemy</a:t>
            </a:r>
          </a:p>
          <a:p>
            <a:pPr>
              <a:spcAft>
                <a:spcPts val="800"/>
              </a:spcAft>
              <a:defRPr sz="2000"/>
            </a:pPr>
            <a:r>
              <a:t>• Uvicorn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Frontend</a:t>
            </a:r>
          </a:p>
          <a:p>
            <a:pPr>
              <a:spcAft>
                <a:spcPts val="800"/>
              </a:spcAft>
              <a:defRPr sz="2000"/>
            </a:pPr>
            <a:r>
              <a:t>HTML / Jinja2</a:t>
            </a:r>
          </a:p>
          <a:p>
            <a:pPr>
              <a:spcAft>
                <a:spcPts val="800"/>
              </a:spcAft>
              <a:defRPr sz="2000"/>
            </a:pPr>
            <a:r>
              <a:t>        ↓</a:t>
            </a:r>
          </a:p>
          <a:p>
            <a:pPr>
              <a:spcAft>
                <a:spcPts val="800"/>
              </a:spcAft>
              <a:defRPr sz="2000"/>
            </a:pPr>
            <a:r>
              <a:t>Backend</a:t>
            </a:r>
          </a:p>
          <a:p>
            <a:pPr>
              <a:spcAft>
                <a:spcPts val="800"/>
              </a:spcAft>
              <a:defRPr sz="2000"/>
            </a:pPr>
            <a:r>
              <a:t>FastAPI</a:t>
            </a:r>
          </a:p>
          <a:p>
            <a:pPr>
              <a:spcAft>
                <a:spcPts val="800"/>
              </a:spcAft>
              <a:defRPr sz="2000"/>
            </a:pPr>
            <a:r>
              <a:t>        ↓</a:t>
            </a:r>
          </a:p>
          <a:p>
            <a:pPr>
              <a:spcAft>
                <a:spcPts val="800"/>
              </a:spcAft>
              <a:defRPr sz="2000"/>
            </a:pPr>
            <a:r>
              <a:t>AI Layer</a:t>
            </a:r>
          </a:p>
          <a:p>
            <a:pPr>
              <a:spcAft>
                <a:spcPts val="800"/>
              </a:spcAft>
              <a:defRPr sz="2000"/>
            </a:pPr>
            <a:r>
              <a:t>Google Gemini</a:t>
            </a:r>
          </a:p>
          <a:p>
            <a:pPr>
              <a:spcAft>
                <a:spcPts val="800"/>
              </a:spcAft>
              <a:defRPr sz="2000"/>
            </a:pPr>
            <a:r>
              <a:t>        ↓</a:t>
            </a:r>
          </a:p>
          <a:p>
            <a:pPr>
              <a:spcAft>
                <a:spcPts val="800"/>
              </a:spcAft>
              <a:defRPr sz="2000"/>
            </a:pPr>
            <a:r>
              <a:t>Database</a:t>
            </a:r>
          </a:p>
          <a:p>
            <a:pPr>
              <a:spcAft>
                <a:spcPts val="800"/>
              </a:spcAft>
              <a:defRPr sz="2000"/>
            </a:pPr>
            <a:r>
              <a:t>SQLite / SQLAlchemy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Working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User enters fitness details.</a:t>
            </a:r>
          </a:p>
          <a:p>
            <a:pPr>
              <a:spcAft>
                <a:spcPts val="800"/>
              </a:spcAft>
              <a:defRPr sz="2000"/>
            </a:pPr>
            <a:r>
              <a:t>2. FastAPI receives and validates the information.</a:t>
            </a:r>
          </a:p>
          <a:p>
            <a:pPr>
              <a:spcAft>
                <a:spcPts val="800"/>
              </a:spcAft>
              <a:defRPr sz="2000"/>
            </a:pPr>
            <a:r>
              <a:t>3. Gemini generates a personalized 7-day workout plan.</a:t>
            </a:r>
          </a:p>
          <a:p>
            <a:pPr>
              <a:spcAft>
                <a:spcPts val="800"/>
              </a:spcAft>
              <a:defRPr sz="2000"/>
            </a:pPr>
            <a:r>
              <a:t>4. A nutrition tip is provided.</a:t>
            </a:r>
          </a:p>
          <a:p>
            <a:pPr>
              <a:spcAft>
                <a:spcPts val="800"/>
              </a:spcAft>
              <a:defRPr sz="2000"/>
            </a:pPr>
            <a:r>
              <a:t>5. User can submit feedback.</a:t>
            </a:r>
          </a:p>
          <a:p>
            <a:pPr>
              <a:spcAft>
                <a:spcPts val="800"/>
              </a:spcAft>
              <a:defRPr sz="2000"/>
            </a:pPr>
            <a:r>
              <a:t>6. The workout plan can be updated based on feedback.</a:t>
            </a:r>
          </a:p>
          <a:p>
            <a:pPr>
              <a:spcAft>
                <a:spcPts val="800"/>
              </a:spcAft>
              <a:defRPr sz="2000"/>
            </a:pPr>
            <a:r>
              <a:t>7. User and plan information is stored in the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Home Page:</a:t>
            </a:r>
          </a:p>
          <a:p>
            <a:pPr>
              <a:spcAft>
                <a:spcPts val="800"/>
              </a:spcAft>
              <a:defRPr sz="2000"/>
            </a:pPr>
            <a:r>
              <a:t>• Name</a:t>
            </a:r>
          </a:p>
          <a:p>
            <a:pPr>
              <a:spcAft>
                <a:spcPts val="800"/>
              </a:spcAft>
              <a:defRPr sz="2000"/>
            </a:pPr>
            <a:r>
              <a:t>• User ID</a:t>
            </a:r>
          </a:p>
          <a:p>
            <a:pPr>
              <a:spcAft>
                <a:spcPts val="800"/>
              </a:spcAft>
              <a:defRPr sz="2000"/>
            </a:pPr>
            <a:r>
              <a:t>• Age</a:t>
            </a:r>
          </a:p>
          <a:p>
            <a:pPr>
              <a:spcAft>
                <a:spcPts val="800"/>
              </a:spcAft>
              <a:defRPr sz="2000"/>
            </a:pPr>
            <a:r>
              <a:t>• Weight</a:t>
            </a:r>
          </a:p>
          <a:p>
            <a:pPr>
              <a:spcAft>
                <a:spcPts val="800"/>
              </a:spcAft>
              <a:defRPr sz="2000"/>
            </a:pPr>
            <a:r>
              <a:t>• Fitness Goal</a:t>
            </a:r>
          </a:p>
          <a:p>
            <a:pPr>
              <a:spcAft>
                <a:spcPts val="800"/>
              </a:spcAft>
              <a:defRPr sz="2000"/>
            </a:pPr>
            <a:r>
              <a:t>• Workout Intensity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Result Page:</a:t>
            </a:r>
          </a:p>
          <a:p>
            <a:pPr>
              <a:spcAft>
                <a:spcPts val="800"/>
              </a:spcAft>
              <a:defRPr sz="2000"/>
            </a:pPr>
            <a:r>
              <a:t>• Workout plan</a:t>
            </a:r>
          </a:p>
          <a:p>
            <a:pPr>
              <a:spcAft>
                <a:spcPts val="800"/>
              </a:spcAft>
              <a:defRPr sz="2000"/>
            </a:pPr>
            <a:r>
              <a:t>• Nutrition tip</a:t>
            </a:r>
          </a:p>
          <a:p>
            <a:pPr>
              <a:spcAft>
                <a:spcPts val="800"/>
              </a:spcAft>
              <a:defRPr sz="2000"/>
            </a:pPr>
            <a:r>
              <a:t>• Feedback option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functional web application that provides personalized workout plans and nutrition tips using Gemini AI.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system also supports feedback-based plan updates and stores relevant user and plan information.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FitBuddy combines AI and web technologies to make personalized fitness planning easier.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project uses Gemini, FastAPI, SQLite/SQLAlchemy and Jinja2 to provide dynamic fitness plans, nutrition tips and feedback-based updates.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